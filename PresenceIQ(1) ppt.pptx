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6"/>
  </p:notesMasterIdLst>
  <p:sldIdLst>
    <p:sldId id="258" r:id="rId3"/>
    <p:sldId id="259" r:id="rId4"/>
    <p:sldId id="260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9144000" cy="5143500" type="screen16x9"/>
  <p:notesSz cx="6858000" cy="9144000"/>
  <p:embeddedFontLst>
    <p:embeddedFont>
      <p:font typeface="Google Sans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5DD6BC-84F5-46FB-BDCE-8E886BBA0EBE}" v="1" dt="2026-01-26T14:39:25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31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d07014906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d07014906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d07014906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ad07014906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d07014906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ad07014906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28EC889D-6032-992F-E631-9CFEADFC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d07014906_2_64:notes">
            <a:extLst>
              <a:ext uri="{FF2B5EF4-FFF2-40B4-BE49-F238E27FC236}">
                <a16:creationId xmlns:a16="http://schemas.microsoft.com/office/drawing/2014/main" id="{3D4A797E-6B58-40A8-7A9E-EE8B6DE3DC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ad07014906_2_64:notes">
            <a:extLst>
              <a:ext uri="{FF2B5EF4-FFF2-40B4-BE49-F238E27FC236}">
                <a16:creationId xmlns:a16="http://schemas.microsoft.com/office/drawing/2014/main" id="{B3FF140D-216D-9A8A-775F-7C68F0AEC2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3758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d07014906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ad07014906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d07014906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ad07014906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d07014906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ad07014906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d07014906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ad07014906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d07014906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ad07014906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d07014906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ad07014906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d07014906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ad07014906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d07014906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ad07014906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d07014906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ad07014906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/>
        </p:nvSpPr>
        <p:spPr>
          <a:xfrm>
            <a:off x="192000" y="2571750"/>
            <a:ext cx="8760000" cy="17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Presence IQ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r>
              <a:rPr lang="en-GB" sz="1800" b="1" i="0" u="none" strike="noStrike" cap="none" dirty="0" err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Shubhaan</a:t>
            </a: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Banerjee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US" sz="18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Unified Student Welfare &amp; Support System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1B4073-168A-89C4-605A-05A0BBF7F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206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9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1;p29"/>
          <p:cNvSpPr txBox="1"/>
          <p:nvPr/>
        </p:nvSpPr>
        <p:spPr>
          <a:xfrm>
            <a:off x="85525" y="806349"/>
            <a:ext cx="8909792" cy="3735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Problem: The Productivity Paradox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Busy vs. Effective:</a:t>
            </a:r>
            <a:r>
              <a:rPr lang="en-US" sz="1600" dirty="0"/>
              <a:t> Most people track </a:t>
            </a:r>
            <a:r>
              <a:rPr lang="en-US" sz="1600" i="1" dirty="0"/>
              <a:t>time</a:t>
            </a:r>
            <a:r>
              <a:rPr lang="en-US" sz="1600" dirty="0"/>
              <a:t>, but not the </a:t>
            </a:r>
            <a:r>
              <a:rPr lang="en-US" sz="1600" i="1" dirty="0"/>
              <a:t>impact</a:t>
            </a:r>
            <a:r>
              <a:rPr lang="en-US" sz="1600" dirty="0"/>
              <a:t> of their 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Data Overload:</a:t>
            </a:r>
            <a:r>
              <a:rPr lang="en-US" sz="1600" dirty="0"/>
              <a:t> Traditional apps provide raw logs without explaining how to               improve.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Manual Friction:</a:t>
            </a:r>
            <a:r>
              <a:rPr lang="en-US" sz="1600" dirty="0"/>
              <a:t> Users struggle to maintain consistency with manual trackers.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Solution: </a:t>
            </a:r>
            <a:r>
              <a:rPr lang="en-US" sz="1800" b="1" dirty="0" err="1"/>
              <a:t>PresenceIQ</a:t>
            </a: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 </a:t>
            </a:r>
            <a:r>
              <a:rPr lang="en-US" sz="1600" b="1" dirty="0"/>
              <a:t>AI Insights:</a:t>
            </a:r>
            <a:r>
              <a:rPr lang="en-US" sz="1600" dirty="0"/>
              <a:t> Analyzes daily activities to separate high-value work from "shallow"   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Effectiveness Score:</a:t>
            </a:r>
            <a:r>
              <a:rPr lang="en-US" sz="1600" dirty="0"/>
              <a:t> A unique "IQ Score" that measures focus depth and goal alignment.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Smart Feedback:</a:t>
            </a:r>
            <a:r>
              <a:rPr lang="en-US" sz="1600" dirty="0"/>
              <a:t> Uses AI to identify your peak performance hours and suggest schedule optimizations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30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69DAF3-6AF7-B5C8-FB9B-683FA8743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505835"/>
              </p:ext>
            </p:extLst>
          </p:nvPr>
        </p:nvGraphicFramePr>
        <p:xfrm>
          <a:off x="277662" y="2182631"/>
          <a:ext cx="8521701" cy="1889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3099582763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761647546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35708237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Standard Trackers (Toggl, ScreenTime)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PresenceIQ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91204859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Data Focus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Raw Quantity (Hours/Minutes)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Quality &amp; Intent (Alignment)</a:t>
                      </a:r>
                      <a:endParaRPr lang="en-IN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22498575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Analysis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Descriptive (What happened?)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</a:rPr>
                        <a:t>Prescriptive (How to fix it?)</a:t>
                      </a:r>
                      <a:endParaRPr lang="en-US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08068368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AI Role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Minimal / Data entry only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Core Cognitive Analysis Engine</a:t>
                      </a:r>
                      <a:endParaRPr lang="en-IN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75136422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Metric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</a:rPr>
                        <a:t>Time Spent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</a:rPr>
                        <a:t>Effectiveness IQ Score</a:t>
                      </a:r>
                      <a:endParaRPr lang="en-IN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647609664"/>
                  </a:ext>
                </a:extLst>
              </a:tr>
            </a:tbl>
          </a:graphicData>
        </a:graphic>
      </p:graphicFrame>
      <p:sp>
        <p:nvSpPr>
          <p:cNvPr id="5" name="Google Shape;127;p30"/>
          <p:cNvSpPr txBox="1"/>
          <p:nvPr/>
        </p:nvSpPr>
        <p:spPr>
          <a:xfrm>
            <a:off x="311150" y="818550"/>
            <a:ext cx="8656400" cy="943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b="1" dirty="0"/>
              <a:t>Value Proposition &amp; Differentiation</a:t>
            </a:r>
            <a:r>
              <a:rPr lang="en-IN" sz="1800" dirty="0"/>
              <a:t> </a:t>
            </a:r>
            <a:endParaRPr lang="en-US" sz="1800" b="1" dirty="0"/>
          </a:p>
          <a:p>
            <a:endParaRPr lang="en-US" sz="1800" b="1" dirty="0"/>
          </a:p>
          <a:p>
            <a:r>
              <a:rPr lang="en-US" sz="1600" b="1" dirty="0"/>
              <a:t>A.</a:t>
            </a:r>
            <a:r>
              <a:rPr lang="en-US" sz="1800" b="1" dirty="0"/>
              <a:t> </a:t>
            </a:r>
            <a:r>
              <a:rPr lang="en-US" sz="1600" b="1" dirty="0"/>
              <a:t>Competitive Differentiation</a:t>
            </a:r>
          </a:p>
          <a:p>
            <a:r>
              <a:rPr lang="en-US" sz="1600" i="1" dirty="0"/>
              <a:t>How is it different?</a:t>
            </a:r>
          </a:p>
          <a:p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4E3C07DE-CDF2-C08C-5DCA-E0D5F91EE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30" title="Group 2200185.png">
            <a:extLst>
              <a:ext uri="{FF2B5EF4-FFF2-40B4-BE49-F238E27FC236}">
                <a16:creationId xmlns:a16="http://schemas.microsoft.com/office/drawing/2014/main" id="{C5742588-FE84-698D-F2F0-9070AA5948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58BCF4-1B33-BB9E-9DCE-5876E5F8D1BC}"/>
              </a:ext>
            </a:extLst>
          </p:cNvPr>
          <p:cNvSpPr txBox="1"/>
          <p:nvPr/>
        </p:nvSpPr>
        <p:spPr>
          <a:xfrm>
            <a:off x="159800" y="664747"/>
            <a:ext cx="8619927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B. </a:t>
            </a:r>
            <a:r>
              <a:rPr lang="en-US" sz="1600" b="1" dirty="0"/>
              <a:t>Problem-Solving Mechanism</a:t>
            </a:r>
          </a:p>
          <a:p>
            <a:pPr>
              <a:buNone/>
            </a:pPr>
            <a:endParaRPr lang="en-US" b="1" i="1" dirty="0"/>
          </a:p>
          <a:p>
            <a:pPr>
              <a:buNone/>
            </a:pPr>
            <a:r>
              <a:rPr lang="en-US" b="1" i="1" dirty="0"/>
              <a:t>How will it solve the problem?</a:t>
            </a:r>
          </a:p>
          <a:p>
            <a:pPr>
              <a:buNone/>
            </a:pPr>
            <a:r>
              <a:rPr lang="en-US" dirty="0" err="1"/>
              <a:t>PresenceIQ</a:t>
            </a:r>
            <a:r>
              <a:rPr lang="en-US" dirty="0"/>
              <a:t> solves the "Passive Productivity" trap through a three-step loop:</a:t>
            </a:r>
          </a:p>
          <a:p>
            <a:pPr>
              <a:buNone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Contextual Capture:</a:t>
            </a:r>
            <a:r>
              <a:rPr lang="en-US" dirty="0"/>
              <a:t> Instead of just logging an app name, it uses AI to understand the </a:t>
            </a:r>
            <a:r>
              <a:rPr lang="en-US" i="1" dirty="0"/>
              <a:t>purpose</a:t>
            </a:r>
            <a:r>
              <a:rPr lang="en-US" dirty="0"/>
              <a:t> of your activity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Cognitive Scoring:</a:t>
            </a:r>
            <a:r>
              <a:rPr lang="en-US" dirty="0"/>
              <a:t> It applies an algorithm to weigh your tasks. Deep work (coding/writing) scores higher than shallow work (scrolling/sorting).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The "Correction" Loop:</a:t>
            </a:r>
            <a:r>
              <a:rPr lang="en-US" dirty="0"/>
              <a:t> It provides a daily summary that highlights where your "Presence" leaked away, giving you a specific blueprint for the next day.</a:t>
            </a:r>
          </a:p>
        </p:txBody>
      </p:sp>
    </p:spTree>
    <p:extLst>
      <p:ext uri="{BB962C8B-B14F-4D97-AF65-F5344CB8AC3E}">
        <p14:creationId xmlns:p14="http://schemas.microsoft.com/office/powerpoint/2010/main" val="2360329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US" sz="1800" b="1" dirty="0"/>
              <a:t>Elevating Daily Focus: Key Features</a:t>
            </a:r>
          </a:p>
          <a:p>
            <a:pPr lvl="0">
              <a:buSzPts val="1800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📊 </a:t>
            </a:r>
            <a:r>
              <a:rPr lang="en-US" sz="1600" b="1" dirty="0"/>
              <a:t>AI-Driven Effectiveness Scoring</a:t>
            </a:r>
            <a:r>
              <a:rPr lang="en-US" sz="1600" dirty="0"/>
              <a:t> Goes beyond "time spent" to calculate a daily IQ score based on focus depth and task priority.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🧠 Intelligent Task Categorization</a:t>
            </a:r>
            <a:r>
              <a:rPr lang="en-US" sz="1600" dirty="0"/>
              <a:t> Automatically distinguishes between "Deep Work" (high-value) and "Shallow Work" (administrative/noise) using 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⏰ Peak Performance Discovery</a:t>
            </a:r>
            <a:r>
              <a:rPr lang="en-US" sz="1600" dirty="0"/>
              <a:t> Identifies your personal "high-focus windows" and suggests the best times for your most difficult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☁️ Real-Time Firebase Sync</a:t>
            </a:r>
            <a:r>
              <a:rPr lang="en-US" sz="1600" dirty="0"/>
              <a:t> Seamless, secure data persistence across sessions, ensuring your productivity insights are always up to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📈 Trend &amp; Growth Analytics</a:t>
            </a:r>
            <a:r>
              <a:rPr lang="en-US" sz="1600" dirty="0"/>
              <a:t> Visualizes focus patterns over weeks and months to track your cognitive endurance and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💡 Actionable Morning Briefs</a:t>
            </a:r>
            <a:r>
              <a:rPr lang="en-US" sz="1600" dirty="0"/>
              <a:t> Provides an AI-generated strategy every morning based on yesterday’s effectiveness data.</a:t>
            </a:r>
          </a:p>
          <a:p>
            <a:pPr lvl="0">
              <a:buSzPts val="1800"/>
            </a:pPr>
            <a:endParaRPr lang="en-US" sz="1800" b="1" dirty="0"/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1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2"/>
          <p:cNvSpPr txBox="1"/>
          <p:nvPr/>
        </p:nvSpPr>
        <p:spPr>
          <a:xfrm>
            <a:off x="159800" y="59565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SzPts val="1800"/>
              <a:buFont typeface="Wingdings" panose="05000000000000000000" pitchFamily="2" charset="2"/>
              <a:buChar char="q"/>
            </a:pPr>
            <a:r>
              <a:rPr lang="en-IN" sz="1800" b="1" dirty="0"/>
              <a:t>Powered by Google Ecosystem</a:t>
            </a:r>
          </a:p>
          <a:p>
            <a:pPr lvl="0">
              <a:buSzPts val="1800"/>
            </a:pPr>
            <a:endParaRPr lang="en-IN"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lvl="0">
              <a:buSzPts val="1800"/>
            </a:pPr>
            <a:endParaRPr lang="en-IN" sz="18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lvl="0">
              <a:buSzPts val="1800"/>
            </a:pPr>
            <a:endParaRPr sz="12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2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05CDB3-E0A8-B6E4-52E9-686207EB2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00" y="944522"/>
            <a:ext cx="87843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Firebase Authentication (The Security)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secure, seamless sign-in experience, ensuring user productivity data remains private and protected.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3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4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5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6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8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7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9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514</Words>
  <Application>Microsoft Office PowerPoint</Application>
  <PresentationFormat>On-screen Show (16:9)</PresentationFormat>
  <Paragraphs>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Google Sans</vt:lpstr>
      <vt:lpstr>Google Sans Text</vt:lpstr>
      <vt:lpstr>Wingdings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Reshmi Chaurasiya</dc:creator>
  <cp:lastModifiedBy>Navya Narwade</cp:lastModifiedBy>
  <cp:revision>4</cp:revision>
  <dcterms:modified xsi:type="dcterms:W3CDTF">2026-01-26T14:41:09Z</dcterms:modified>
</cp:coreProperties>
</file>